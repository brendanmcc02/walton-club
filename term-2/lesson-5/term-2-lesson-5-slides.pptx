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12"/>
  </p:notesMasterIdLst>
  <p:sldIdLst>
    <p:sldId id="256" r:id="rId5"/>
    <p:sldId id="300" r:id="rId6"/>
    <p:sldId id="305" r:id="rId7"/>
    <p:sldId id="302" r:id="rId8"/>
    <p:sldId id="303" r:id="rId9"/>
    <p:sldId id="301" r:id="rId10"/>
    <p:sldId id="30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7C076D-B4B7-0C3D-4C7D-90277B136D09}" v="205" dt="2026-02-26T11:24:04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cCann" userId="S::mccannbr@tcd.ie::0d601a9f-62d5-44a7-9e0f-3a3f86208485" providerId="AD" clId="Web-{817C076D-B4B7-0C3D-4C7D-90277B136D09}"/>
    <pc:docChg chg="addSld delSld modSld">
      <pc:chgData name="Brendan McCann" userId="S::mccannbr@tcd.ie::0d601a9f-62d5-44a7-9e0f-3a3f86208485" providerId="AD" clId="Web-{817C076D-B4B7-0C3D-4C7D-90277B136D09}" dt="2026-02-26T11:24:04.933" v="203" actId="20577"/>
      <pc:docMkLst>
        <pc:docMk/>
      </pc:docMkLst>
      <pc:sldChg chg="modSp">
        <pc:chgData name="Brendan McCann" userId="S::mccannbr@tcd.ie::0d601a9f-62d5-44a7-9e0f-3a3f86208485" providerId="AD" clId="Web-{817C076D-B4B7-0C3D-4C7D-90277B136D09}" dt="2026-02-26T11:13:40.319" v="12" actId="20577"/>
        <pc:sldMkLst>
          <pc:docMk/>
          <pc:sldMk cId="1165621319" sldId="256"/>
        </pc:sldMkLst>
        <pc:spChg chg="mod">
          <ac:chgData name="Brendan McCann" userId="S::mccannbr@tcd.ie::0d601a9f-62d5-44a7-9e0f-3a3f86208485" providerId="AD" clId="Web-{817C076D-B4B7-0C3D-4C7D-90277B136D09}" dt="2026-02-26T11:13:40.319" v="12" actId="20577"/>
          <ac:spMkLst>
            <pc:docMk/>
            <pc:sldMk cId="1165621319" sldId="256"/>
            <ac:spMk id="2" creationId="{BFD82A7E-98E3-12BB-E420-80D4A142B4BC}"/>
          </ac:spMkLst>
        </pc:spChg>
      </pc:sldChg>
      <pc:sldChg chg="del">
        <pc:chgData name="Brendan McCann" userId="S::mccannbr@tcd.ie::0d601a9f-62d5-44a7-9e0f-3a3f86208485" providerId="AD" clId="Web-{817C076D-B4B7-0C3D-4C7D-90277B136D09}" dt="2026-02-26T11:13:10.234" v="0"/>
        <pc:sldMkLst>
          <pc:docMk/>
          <pc:sldMk cId="4211321023" sldId="257"/>
        </pc:sldMkLst>
      </pc:sldChg>
      <pc:sldChg chg="del">
        <pc:chgData name="Brendan McCann" userId="S::mccannbr@tcd.ie::0d601a9f-62d5-44a7-9e0f-3a3f86208485" providerId="AD" clId="Web-{817C076D-B4B7-0C3D-4C7D-90277B136D09}" dt="2026-02-26T11:13:16.158" v="4"/>
        <pc:sldMkLst>
          <pc:docMk/>
          <pc:sldMk cId="4198427607" sldId="266"/>
        </pc:sldMkLst>
      </pc:sldChg>
      <pc:sldChg chg="del">
        <pc:chgData name="Brendan McCann" userId="S::mccannbr@tcd.ie::0d601a9f-62d5-44a7-9e0f-3a3f86208485" providerId="AD" clId="Web-{817C076D-B4B7-0C3D-4C7D-90277B136D09}" dt="2026-02-26T11:19:32.645" v="174"/>
        <pc:sldMkLst>
          <pc:docMk/>
          <pc:sldMk cId="4089788139" sldId="291"/>
        </pc:sldMkLst>
      </pc:sldChg>
      <pc:sldChg chg="del">
        <pc:chgData name="Brendan McCann" userId="S::mccannbr@tcd.ie::0d601a9f-62d5-44a7-9e0f-3a3f86208485" providerId="AD" clId="Web-{817C076D-B4B7-0C3D-4C7D-90277B136D09}" dt="2026-02-26T11:13:12.157" v="2"/>
        <pc:sldMkLst>
          <pc:docMk/>
          <pc:sldMk cId="3605452166" sldId="295"/>
        </pc:sldMkLst>
      </pc:sldChg>
      <pc:sldChg chg="del">
        <pc:chgData name="Brendan McCann" userId="S::mccannbr@tcd.ie::0d601a9f-62d5-44a7-9e0f-3a3f86208485" providerId="AD" clId="Web-{817C076D-B4B7-0C3D-4C7D-90277B136D09}" dt="2026-02-26T11:13:13.970" v="3"/>
        <pc:sldMkLst>
          <pc:docMk/>
          <pc:sldMk cId="2060628010" sldId="297"/>
        </pc:sldMkLst>
      </pc:sldChg>
      <pc:sldChg chg="del">
        <pc:chgData name="Brendan McCann" userId="S::mccannbr@tcd.ie::0d601a9f-62d5-44a7-9e0f-3a3f86208485" providerId="AD" clId="Web-{817C076D-B4B7-0C3D-4C7D-90277B136D09}" dt="2026-02-26T11:13:11.969" v="1"/>
        <pc:sldMkLst>
          <pc:docMk/>
          <pc:sldMk cId="2488644361" sldId="298"/>
        </pc:sldMkLst>
      </pc:sldChg>
      <pc:sldChg chg="del">
        <pc:chgData name="Brendan McCann" userId="S::mccannbr@tcd.ie::0d601a9f-62d5-44a7-9e0f-3a3f86208485" providerId="AD" clId="Web-{817C076D-B4B7-0C3D-4C7D-90277B136D09}" dt="2026-02-26T11:13:16.845" v="5"/>
        <pc:sldMkLst>
          <pc:docMk/>
          <pc:sldMk cId="1587031301" sldId="299"/>
        </pc:sldMkLst>
      </pc:sldChg>
      <pc:sldChg chg="modSp">
        <pc:chgData name="Brendan McCann" userId="S::mccannbr@tcd.ie::0d601a9f-62d5-44a7-9e0f-3a3f86208485" providerId="AD" clId="Web-{817C076D-B4B7-0C3D-4C7D-90277B136D09}" dt="2026-02-26T11:16:25.915" v="66" actId="20577"/>
        <pc:sldMkLst>
          <pc:docMk/>
          <pc:sldMk cId="1267430171" sldId="300"/>
        </pc:sldMkLst>
        <pc:spChg chg="mod">
          <ac:chgData name="Brendan McCann" userId="S::mccannbr@tcd.ie::0d601a9f-62d5-44a7-9e0f-3a3f86208485" providerId="AD" clId="Web-{817C076D-B4B7-0C3D-4C7D-90277B136D09}" dt="2026-02-26T11:14:02.072" v="15" actId="20577"/>
          <ac:spMkLst>
            <pc:docMk/>
            <pc:sldMk cId="1267430171" sldId="300"/>
            <ac:spMk id="2" creationId="{BD499A7C-C054-976D-C0C1-9BB9A0360201}"/>
          </ac:spMkLst>
        </pc:spChg>
        <pc:spChg chg="mod">
          <ac:chgData name="Brendan McCann" userId="S::mccannbr@tcd.ie::0d601a9f-62d5-44a7-9e0f-3a3f86208485" providerId="AD" clId="Web-{817C076D-B4B7-0C3D-4C7D-90277B136D09}" dt="2026-02-26T11:16:25.915" v="66" actId="20577"/>
          <ac:spMkLst>
            <pc:docMk/>
            <pc:sldMk cId="1267430171" sldId="300"/>
            <ac:spMk id="3" creationId="{22162DDD-CF06-0DF2-A08B-CE5A2BD076FB}"/>
          </ac:spMkLst>
        </pc:spChg>
      </pc:sldChg>
      <pc:sldChg chg="modSp">
        <pc:chgData name="Brendan McCann" userId="S::mccannbr@tcd.ie::0d601a9f-62d5-44a7-9e0f-3a3f86208485" providerId="AD" clId="Web-{817C076D-B4B7-0C3D-4C7D-90277B136D09}" dt="2026-02-26T11:24:04.933" v="203" actId="20577"/>
        <pc:sldMkLst>
          <pc:docMk/>
          <pc:sldMk cId="2878967210" sldId="302"/>
        </pc:sldMkLst>
        <pc:spChg chg="mod">
          <ac:chgData name="Brendan McCann" userId="S::mccannbr@tcd.ie::0d601a9f-62d5-44a7-9e0f-3a3f86208485" providerId="AD" clId="Web-{817C076D-B4B7-0C3D-4C7D-90277B136D09}" dt="2026-02-26T11:24:04.933" v="203" actId="20577"/>
          <ac:spMkLst>
            <pc:docMk/>
            <pc:sldMk cId="2878967210" sldId="302"/>
            <ac:spMk id="3" creationId="{61BA9E9B-A619-A46D-B008-79AC83D1B3DE}"/>
          </ac:spMkLst>
        </pc:spChg>
      </pc:sldChg>
      <pc:sldChg chg="modSp">
        <pc:chgData name="Brendan McCann" userId="S::mccannbr@tcd.ie::0d601a9f-62d5-44a7-9e0f-3a3f86208485" providerId="AD" clId="Web-{817C076D-B4B7-0C3D-4C7D-90277B136D09}" dt="2026-02-26T11:19:47.349" v="176" actId="20577"/>
        <pc:sldMkLst>
          <pc:docMk/>
          <pc:sldMk cId="1015593984" sldId="304"/>
        </pc:sldMkLst>
        <pc:spChg chg="mod">
          <ac:chgData name="Brendan McCann" userId="S::mccannbr@tcd.ie::0d601a9f-62d5-44a7-9e0f-3a3f86208485" providerId="AD" clId="Web-{817C076D-B4B7-0C3D-4C7D-90277B136D09}" dt="2026-02-26T11:19:47.349" v="176" actId="20577"/>
          <ac:spMkLst>
            <pc:docMk/>
            <pc:sldMk cId="1015593984" sldId="304"/>
            <ac:spMk id="4" creationId="{9281EF99-C4BB-BF35-5B7B-C716D8E53E0C}"/>
          </ac:spMkLst>
        </pc:spChg>
      </pc:sldChg>
      <pc:sldChg chg="modSp new">
        <pc:chgData name="Brendan McCann" userId="S::mccannbr@tcd.ie::0d601a9f-62d5-44a7-9e0f-3a3f86208485" providerId="AD" clId="Web-{817C076D-B4B7-0C3D-4C7D-90277B136D09}" dt="2026-02-26T11:18:57.909" v="173" actId="20577"/>
        <pc:sldMkLst>
          <pc:docMk/>
          <pc:sldMk cId="3411991471" sldId="305"/>
        </pc:sldMkLst>
        <pc:spChg chg="mod">
          <ac:chgData name="Brendan McCann" userId="S::mccannbr@tcd.ie::0d601a9f-62d5-44a7-9e0f-3a3f86208485" providerId="AD" clId="Web-{817C076D-B4B7-0C3D-4C7D-90277B136D09}" dt="2026-02-26T11:16:43.994" v="82" actId="20577"/>
          <ac:spMkLst>
            <pc:docMk/>
            <pc:sldMk cId="3411991471" sldId="305"/>
            <ac:spMk id="2" creationId="{94261E9C-5C40-FE48-D09F-DC0E4F679552}"/>
          </ac:spMkLst>
        </pc:spChg>
        <pc:spChg chg="mod">
          <ac:chgData name="Brendan McCann" userId="S::mccannbr@tcd.ie::0d601a9f-62d5-44a7-9e0f-3a3f86208485" providerId="AD" clId="Web-{817C076D-B4B7-0C3D-4C7D-90277B136D09}" dt="2026-02-26T11:18:57.909" v="173" actId="20577"/>
          <ac:spMkLst>
            <pc:docMk/>
            <pc:sldMk cId="3411991471" sldId="305"/>
            <ac:spMk id="3" creationId="{65DA5DD7-6EC5-8B35-EB26-5BF0F615535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8DC94F-CBF7-3543-BE5E-6BBABEDBDB1D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6F1387-9A64-6642-B2A1-500FD620F2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061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6F1387-9A64-6642-B2A1-500FD620F21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31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626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450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543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6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29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18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3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266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14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20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446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A664E39-E80E-2844-AF0B-266E6591F44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E597A06B-726A-3A42-B4CB-2795C8F6E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5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82A7E-98E3-12BB-E420-80D4A142B4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Term 2 + term 3 – projects!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0F0E9F-1FDE-E66A-62EC-FA66EB497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165621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99A7C-C054-976D-C0C1-9BB9A036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the rest of the year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62DDD-CF06-0DF2-A08B-CE5A2BD07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Including today's class, we have </a:t>
            </a:r>
            <a:r>
              <a:rPr lang="en-US" b="1"/>
              <a:t>5 lessons </a:t>
            </a:r>
            <a:r>
              <a:rPr lang="en-US"/>
              <a:t>left to create our projects</a:t>
            </a:r>
          </a:p>
          <a:p>
            <a:r>
              <a:rPr lang="en-US"/>
              <a:t>Show posters from last year to get a refresher</a:t>
            </a:r>
          </a:p>
          <a:p>
            <a:r>
              <a:rPr lang="en-US"/>
              <a:t>In May, we will present our posters to the parents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43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61E9C-5C40-FE48-D09F-DC0E4F679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DA5DD7-6EC5-8B35-EB26-5BF0F6155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Find the group partner that you found a few weeks ago</a:t>
            </a:r>
          </a:p>
          <a:p>
            <a:r>
              <a:rPr lang="en-US"/>
              <a:t>Settle on a </a:t>
            </a:r>
            <a:r>
              <a:rPr lang="en-US" b="1"/>
              <a:t>research area</a:t>
            </a:r>
          </a:p>
          <a:p>
            <a:r>
              <a:rPr lang="en-US"/>
              <a:t>Figure out a research question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You don't need to have this fully figured out by today, sometimes it can take weeks!</a:t>
            </a:r>
          </a:p>
          <a:p>
            <a:r>
              <a:rPr lang="en-US"/>
              <a:t>Find a </a:t>
            </a:r>
            <a:r>
              <a:rPr lang="en-US" b="1"/>
              <a:t>dataset </a:t>
            </a:r>
            <a:r>
              <a:rPr lang="en-US"/>
              <a:t>in your </a:t>
            </a:r>
            <a:r>
              <a:rPr lang="en-US" b="1"/>
              <a:t>research area </a:t>
            </a:r>
            <a:r>
              <a:rPr lang="en-US"/>
              <a:t>that could answer your </a:t>
            </a:r>
            <a:r>
              <a:rPr lang="en-US" b="1"/>
              <a:t>research question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991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12250-1C38-F908-735B-F0D0DD358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 a group partner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A9E9B-A619-A46D-B008-79AC83D1B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You will be working in </a:t>
            </a:r>
            <a:r>
              <a:rPr lang="en-US" b="1"/>
              <a:t>pairs </a:t>
            </a:r>
            <a:r>
              <a:rPr lang="en-US"/>
              <a:t>for the rest of the term</a:t>
            </a:r>
          </a:p>
          <a:p>
            <a:r>
              <a:rPr lang="en-US"/>
              <a:t>Find a group partner to work together with</a:t>
            </a:r>
          </a:p>
          <a:p>
            <a:r>
              <a:rPr lang="en-US" dirty="0"/>
              <a:t>If you haven't found a person, let the educators know and we can assign you to a group</a:t>
            </a:r>
          </a:p>
          <a:p>
            <a:endParaRPr lang="en-US" dirty="0"/>
          </a:p>
          <a:p>
            <a:r>
              <a:rPr lang="en-US"/>
              <a:t>For </a:t>
            </a:r>
            <a:r>
              <a:rPr lang="en-US" b="1"/>
              <a:t>Brendan, Victoria &amp; Lalith – fill out Google sheets of groups!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67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055F-8AC8-DBBA-F7FA-2097B65D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F4ED-33DD-8603-DCBA-F921CC6AD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area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FF83E-F407-F315-C1A7-265B10D69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7561" y="2438019"/>
            <a:ext cx="7729728" cy="42164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With your group partner, pick a </a:t>
            </a:r>
            <a:r>
              <a:rPr lang="en-US" b="1"/>
              <a:t>research area </a:t>
            </a:r>
            <a:r>
              <a:rPr lang="en-US"/>
              <a:t>you are both interested in </a:t>
            </a:r>
            <a:r>
              <a:rPr lang="en-US" err="1"/>
              <a:t>analysing</a:t>
            </a:r>
            <a:endParaRPr lang="en-US"/>
          </a:p>
          <a:p>
            <a:r>
              <a:rPr lang="en-US"/>
              <a:t>Start off with your hobbies and what you both like, for example: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Movies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Sports (e.g. Football, Basketball)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Airplanes or Trains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Lego</a:t>
            </a:r>
          </a:p>
          <a:p>
            <a:r>
              <a:rPr lang="en-US"/>
              <a:t>You could also pick something else that you think could be cool: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Social Media usage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Happiness levels in different countries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/>
              <a:t>How people use transport to get to school e.g. car, bike, walk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endParaRPr lang="en-US"/>
          </a:p>
        </p:txBody>
      </p:sp>
      <p:pic>
        <p:nvPicPr>
          <p:cNvPr id="4" name="Picture 3" descr="A group of smiley faces&#10;&#10;AI-generated content may be incorrect.">
            <a:extLst>
              <a:ext uri="{FF2B5EF4-FFF2-40B4-BE49-F238E27FC236}">
                <a16:creationId xmlns:a16="http://schemas.microsoft.com/office/drawing/2014/main" id="{98DDA2BA-4ED8-56B8-3A1A-D005EFCAC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25" y="3271838"/>
            <a:ext cx="5391150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10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0A2F-EC82-3DA5-35D6-182BA0327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Research question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5F2C6D-B860-AF7D-18A3-6CA8B5463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2638044"/>
            <a:ext cx="7729728" cy="42164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You should now have a </a:t>
            </a:r>
            <a:r>
              <a:rPr lang="en-US" b="1"/>
              <a:t>research area </a:t>
            </a:r>
            <a:r>
              <a:rPr lang="en-US"/>
              <a:t>figured out – if not, you still have time now to figure it out</a:t>
            </a:r>
            <a:endParaRPr lang="en-US" b="1"/>
          </a:p>
          <a:p>
            <a:r>
              <a:rPr lang="en-US"/>
              <a:t>You should now think of an interesting </a:t>
            </a:r>
            <a:r>
              <a:rPr lang="en-US" b="1"/>
              <a:t>research question</a:t>
            </a:r>
            <a:r>
              <a:rPr lang="en-US"/>
              <a:t>, for example: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you chose movies, your research question could be "What movie genres have the highest ratings on average?"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you chose Happiness Levels, your research question could be "What country has the highest happiness levels on average?"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If you chose Trains, your research question could be "How punctual are train arrivals in Ireland?"</a:t>
            </a:r>
          </a:p>
        </p:txBody>
      </p:sp>
    </p:spTree>
    <p:extLst>
      <p:ext uri="{BB962C8B-B14F-4D97-AF65-F5344CB8AC3E}">
        <p14:creationId xmlns:p14="http://schemas.microsoft.com/office/powerpoint/2010/main" val="3950567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ED6E9-D980-FEA2-F12A-2CD88083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B968-CD31-F089-8CBC-325A7353D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761" y="1003705"/>
            <a:ext cx="7729728" cy="1188720"/>
          </a:xfrm>
        </p:spPr>
        <p:txBody>
          <a:bodyPr/>
          <a:lstStyle/>
          <a:p>
            <a:r>
              <a:rPr lang="en-US"/>
              <a:t>FINDING A DATASET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281EF99-C4BB-BF35-5B7B-C716D8E53E0C}"/>
              </a:ext>
            </a:extLst>
          </p:cNvPr>
          <p:cNvSpPr txBox="1">
            <a:spLocks/>
          </p:cNvSpPr>
          <p:nvPr/>
        </p:nvSpPr>
        <p:spPr>
          <a:xfrm>
            <a:off x="564261" y="2506520"/>
            <a:ext cx="11339703" cy="310198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You should have your research question figured out – if not, that's ok.  You have time to figure it out.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800" i="1" dirty="0"/>
              <a:t>e.g. "Do books with more pages have higher ratings?"</a:t>
            </a:r>
          </a:p>
          <a:p>
            <a:pPr>
              <a:lnSpc>
                <a:spcPct val="150000"/>
              </a:lnSpc>
            </a:pPr>
            <a:r>
              <a:rPr lang="en-US" sz="2000"/>
              <a:t>You should also have your research area figured out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800" i="1" dirty="0"/>
              <a:t>e.g. Books</a:t>
            </a:r>
          </a:p>
          <a:p>
            <a:pPr>
              <a:lnSpc>
                <a:spcPct val="150000"/>
              </a:lnSpc>
            </a:pPr>
            <a:r>
              <a:rPr lang="en-US" sz="2000"/>
              <a:t>You now need to find a dataset that could help you answer your research question!</a:t>
            </a:r>
          </a:p>
          <a:p>
            <a:pPr lvl="1">
              <a:lnSpc>
                <a:spcPct val="150000"/>
              </a:lnSpc>
              <a:buFont typeface="Courier New" panose="020B0604020202020204" pitchFamily="34" charset="0"/>
              <a:buChar char="o"/>
            </a:pPr>
            <a:r>
              <a:rPr lang="en-US" sz="1800"/>
              <a:t>Check </a:t>
            </a:r>
            <a:r>
              <a:rPr lang="en-US" sz="1800" b="1" i="1"/>
              <a:t>Kaggle </a:t>
            </a:r>
            <a:r>
              <a:rPr lang="en-US" sz="1800"/>
              <a:t>(</a:t>
            </a:r>
            <a:r>
              <a:rPr lang="en-US" sz="1800" dirty="0">
                <a:ea typeface="+mn-lt"/>
                <a:cs typeface="+mn-lt"/>
                <a:hlinkClick r:id="rId2"/>
              </a:rPr>
              <a:t>https://www.kaggle.com/</a:t>
            </a:r>
            <a:r>
              <a:rPr lang="en-US" sz="1800">
                <a:ea typeface="+mn-lt"/>
                <a:cs typeface="+mn-lt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I like books, so I'll check Kaggle for a dataset on books</a:t>
            </a:r>
          </a:p>
        </p:txBody>
      </p:sp>
    </p:spTree>
    <p:extLst>
      <p:ext uri="{BB962C8B-B14F-4D97-AF65-F5344CB8AC3E}">
        <p14:creationId xmlns:p14="http://schemas.microsoft.com/office/powerpoint/2010/main" val="1015593984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22D0FDCE3330468005979AC900F610" ma:contentTypeVersion="12" ma:contentTypeDescription="Create a new document." ma:contentTypeScope="" ma:versionID="dbe2379cc6afd66f020c650880d83ab4">
  <xsd:schema xmlns:xsd="http://www.w3.org/2001/XMLSchema" xmlns:xs="http://www.w3.org/2001/XMLSchema" xmlns:p="http://schemas.microsoft.com/office/2006/metadata/properties" xmlns:ns2="c0942a87-bdb3-4617-b584-7057a259e91a" xmlns:ns3="3ff47149-5a6b-42b4-b663-92acb7f5bd52" targetNamespace="http://schemas.microsoft.com/office/2006/metadata/properties" ma:root="true" ma:fieldsID="f11d41754c33503af8df95943600a974" ns2:_="" ns3:_="">
    <xsd:import namespace="c0942a87-bdb3-4617-b584-7057a259e91a"/>
    <xsd:import namespace="3ff47149-5a6b-42b4-b663-92acb7f5bd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942a87-bdb3-4617-b584-7057a259e9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ed9b36d8-e8b0-4d46-88aa-db730269cd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f47149-5a6b-42b4-b663-92acb7f5bd5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942a87-bdb3-4617-b584-7057a259e91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D5958B-94C1-404A-8706-6AE6F12683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942a87-bdb3-4617-b584-7057a259e91a"/>
    <ds:schemaRef ds:uri="3ff47149-5a6b-42b4-b663-92acb7f5bd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10EC796-1953-4C04-B119-2ED135839089}">
  <ds:schemaRefs>
    <ds:schemaRef ds:uri="http://schemas.microsoft.com/office/2006/metadata/properties"/>
    <ds:schemaRef ds:uri="http://schemas.microsoft.com/office/infopath/2007/PartnerControls"/>
    <ds:schemaRef ds:uri="c0942a87-bdb3-4617-b584-7057a259e91a"/>
  </ds:schemaRefs>
</ds:datastoreItem>
</file>

<file path=customXml/itemProps3.xml><?xml version="1.0" encoding="utf-8"?>
<ds:datastoreItem xmlns:ds="http://schemas.openxmlformats.org/officeDocument/2006/customXml" ds:itemID="{2FCA0746-3938-4C82-888F-C36C28FE8A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Application>Microsoft Office PowerPoint</Application>
  <PresentationFormat>Widescreen</PresentationFormat>
  <Slides>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Parcel</vt:lpstr>
      <vt:lpstr>Term 2 + term 3 – projects!</vt:lpstr>
      <vt:lpstr>Plan for the rest of the year</vt:lpstr>
      <vt:lpstr>Plan for today</vt:lpstr>
      <vt:lpstr>Find a group partner</vt:lpstr>
      <vt:lpstr>Research area</vt:lpstr>
      <vt:lpstr>Research question</vt:lpstr>
      <vt:lpstr>FINDING A DATASET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Power</dc:creator>
  <cp:revision>95</cp:revision>
  <dcterms:created xsi:type="dcterms:W3CDTF">2024-10-21T12:25:05Z</dcterms:created>
  <dcterms:modified xsi:type="dcterms:W3CDTF">2026-02-26T11:26:00Z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0x010100B522D0FDCE3330468005979AC900F610</vt:lpwstr>
  </property>
  <property fmtid="{D5CDD505-2E9C-101B-9397-08002B2CF9AE}" pid="3" name="MediaServiceImageTags">
    <vt:lpwstr/>
  </property>
</Properties>
</file>